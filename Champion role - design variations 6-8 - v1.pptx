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Champion rhythm: week, month, quarter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5486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6: by cadence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2057400" cy="3657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9509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" y="1481328"/>
            <a:ext cx="18379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the Monday tip to your team, with one line on where it fits your 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6896" y="950976"/>
            <a:ext cx="3749040" cy="3657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96896" y="9509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96896" y="1371600"/>
            <a:ext cx="3749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481328"/>
            <a:ext cx="352958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session with your team: your users present, you play the demo and share what changed in the tools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half hour: real tasks worked until they run; Sudeep joins every 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with one person on a task they repeat every week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library: add the best, remove the dead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personal check-ins with people who stopped using the tool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sync and your EVP check-in: one win, one blocker, one question; report back what changed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73952" y="950976"/>
            <a:ext cx="2514600" cy="3657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73952" y="9509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QUARTER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73952" y="1371600"/>
            <a:ext cx="2514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481328"/>
            <a:ext cx="2295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showcase: your department's best work, with your EVP in the room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in one use case that already works in another department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16568" y="950976"/>
            <a:ext cx="2514600" cy="3657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16568" y="9509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NOVEMBER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16568" y="1371600"/>
            <a:ext cx="2514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26296" y="1481328"/>
            <a:ext cx="2295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30-minute onboarding session for your new and switching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each new user with an experienced 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5632704"/>
            <a:ext cx="11356848" cy="51206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6692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every problem to its owner the same day: tool issues to Resolve or the Tech Bar, data questions to ai@bjs.com, credits and connectors to AI Strategy.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6217920"/>
            <a:ext cx="10972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BDB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625449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above arrives ready to use: the demo, the tip, the kits, the lists, the readout. Sudeep joins the open half hours.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Champion role in five words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5486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7: action words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56848" cy="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1612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600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sees AI doing real work, every month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32004" cy="182880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57784" y="2423160"/>
            <a:ext cx="2066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AI session with your team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users present their own work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showcase with your EVP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4343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demo with its exact prompt, the tool update, the showcase deck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1612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600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help, one real task at a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2377440"/>
            <a:ext cx="32004" cy="182880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43784" y="2423160"/>
            <a:ext cx="2066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open half hour, with Sudeep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with one person, monthly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session for new users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4343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Sudeep at every open half hour; the onboarding deck, starter prompts and switcher sheet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1612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600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gets written down and reused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2377440"/>
            <a:ext cx="32004" cy="182880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29784" y="2423160"/>
            <a:ext cx="2066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win becomes a submission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library kept current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use case imported each quarter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4343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submission and draft review; your library page on the Hub; a matched use-case shortlist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11612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600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users' blockers reach leadership, and the answer comes back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2377440"/>
            <a:ext cx="32004" cy="182880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15784" y="2423160"/>
            <a:ext cx="2066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win, one blocker, one question per sync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raised with your EVP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reported back to the team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343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escalated the same month; outcomes published in the brief; your EVP one-pager pre-filled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11612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16002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reaches its owner the same day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55480" y="2377440"/>
            <a:ext cx="32004" cy="182880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01784" y="2423160"/>
            <a:ext cx="2066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problem routed the same day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 paired with experienced ones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personal check-ins a month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4343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 Handles What page; your active-user list; the monthly readout with message text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5897880"/>
            <a:ext cx="11356848" cy="54864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5897880"/>
            <a:ext cx="10991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arrives ready to use. You put it in front of your department; AI Strategy builds it and carries your blockers 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responsibilities: what you do, what you receive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5486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8: rail with aligned rows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337560" y="9326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458200" y="9326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STRATEGY PROVIDES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697480" cy="51663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44752"/>
            <a:ext cx="457200" cy="45720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280160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
</a:t>
            </a:r>
            <a:pPr indent="0" marL="0">
              <a:buNone/>
            </a:pPr>
            <a:r>
              <a:rPr lang="en-US" sz="1200" i="1" dirty="0">
                <a:solidFill>
                  <a:srgbClr val="DB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sees AI doing real work, every month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61872"/>
            <a:ext cx="4937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AI session with your team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users present their own work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showcase with your EVP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1261872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monthly demo with its exact prompt, the tool update, the showcase deck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78024"/>
            <a:ext cx="457200" cy="45720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313432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
</a:t>
            </a:r>
            <a:pPr indent="0" marL="0">
              <a:buNone/>
            </a:pPr>
            <a:r>
              <a:rPr lang="en-US" sz="1200" i="1" dirty="0">
                <a:solidFill>
                  <a:srgbClr val="DB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help, one real task at a time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2221992"/>
            <a:ext cx="822960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2295144"/>
            <a:ext cx="4937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open half hour, with Sudeep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with one person, monthly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session for new users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295144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Sudeep at every open half hour; the onboarding deck, starter prompts and switcher sheet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11296"/>
            <a:ext cx="457200" cy="45720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346704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
</a:t>
            </a:r>
            <a:pPr indent="0" marL="0">
              <a:buNone/>
            </a:pPr>
            <a:r>
              <a:rPr lang="en-US" sz="1200" i="1" dirty="0">
                <a:solidFill>
                  <a:srgbClr val="DB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gets written down and reused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37560" y="3255264"/>
            <a:ext cx="822960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37560" y="3328416"/>
            <a:ext cx="4937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win becomes a submission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library kept current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use case imported each quarter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3328416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submission and draft review; your library page on the Hub; a matched use-case shortlist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379976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
</a:t>
            </a:r>
            <a:pPr indent="0" marL="0">
              <a:buNone/>
            </a:pPr>
            <a:r>
              <a:rPr lang="en-US" sz="1200" i="1" dirty="0">
                <a:solidFill>
                  <a:srgbClr val="DB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users' blockers reach leadership, and the answer comes back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37560" y="4288536"/>
            <a:ext cx="822960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37560" y="4361688"/>
            <a:ext cx="4937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win, one blocker, one question per sync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raised with your EVP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reported back to the team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436168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escalated the same month; outcomes published in the brief; your EVP one-pager pre-filled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457200" cy="45720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5413248"/>
            <a:ext cx="1828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
</a:t>
            </a:r>
            <a:pPr indent="0" marL="0">
              <a:buNone/>
            </a:pPr>
            <a:r>
              <a:rPr lang="en-US" sz="1200" i="1" dirty="0">
                <a:solidFill>
                  <a:srgbClr val="DB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reaches its owner the same day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37560" y="5321808"/>
            <a:ext cx="822960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37560" y="5394960"/>
            <a:ext cx="4937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problem routed the same day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 paired with experienced ones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personal check-ins a month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5394960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 Handles What page; your active-user list; the monthly readout with message text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S 2020">
  <a:themeElements>
    <a:clrScheme name="BJS 2020">
      <a:dk1>
        <a:srgbClr val="000000"/>
      </a:dk1>
      <a:lt1>
        <a:srgbClr val="FFFFFF"/>
      </a:lt1>
      <a:dk2>
        <a:srgbClr val="CC0033"/>
      </a:dk2>
      <a:lt2>
        <a:srgbClr val="666666"/>
      </a:lt2>
      <a:accent1>
        <a:srgbClr val="DBDBDB"/>
      </a:accent1>
      <a:accent2>
        <a:srgbClr val="BFBFBF"/>
      </a:accent2>
      <a:accent3>
        <a:srgbClr val="7F7F7F"/>
      </a:accent3>
      <a:accent4>
        <a:srgbClr val="CC0033"/>
      </a:accent4>
      <a:accent5>
        <a:srgbClr val="1B75BC"/>
      </a:accent5>
      <a:accent6>
        <a:srgbClr val="CE9B41"/>
      </a:accent6>
      <a:hlink>
        <a:srgbClr val="353434"/>
      </a:hlink>
      <a:folHlink>
        <a:srgbClr val="353434"/>
      </a:folHlink>
    </a:clrScheme>
    <a:fontScheme name="BJS 2020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Champion role - design variations 6 to 8</dc:title>
  <dc:subject>PptxGenJS Presentation</dc:subject>
  <dc:creator>AI Strategy</dc:creator>
  <cp:lastModifiedBy>AI Strategy</cp:lastModifiedBy>
  <cp:revision>1</cp:revision>
  <dcterms:created xsi:type="dcterms:W3CDTF">2026-10-27T01:04:59Z</dcterms:created>
  <dcterms:modified xsi:type="dcterms:W3CDTF">2026-10-27T01:04:59Z</dcterms:modified>
</cp:coreProperties>
</file>