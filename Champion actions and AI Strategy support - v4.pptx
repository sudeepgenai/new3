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Champion does for their AI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4124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one to two hours a week, including the monthly Champion sync and your EVP check-in.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sees AI doing real 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AI slot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in a team meeting you already run, 30 on its own in a large department; invite one Connect user to show their own AI work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department's best work, with your EVP invited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actively using their tool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Low-usage follow-up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 your adoption readout shows as inactive or light users; help each one use the tool on a task of their own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on your department's calendar; anyone brings a task they are stuck 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session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for your new and switching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SHARE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is built once and reused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build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or adapt one reusable prompt, Project, GPT or skill, and show it in your team AI slot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mentions AI saved them time, help them submit it as a use case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up, answers back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sync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win, one blocker and one user question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EVP check-in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users' blockers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828032"/>
            <a:ext cx="11356848" cy="89611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7784" y="4882896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routing: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issues to Resolve or the Tech Bar, data questions to ai@bjs.com, credit and connector requests to AI Strategy.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tip: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it to your team each week.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Buddy pairs: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November, pair each new user with an experienced one. 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5833872"/>
            <a:ext cx="11356848" cy="4572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7784" y="58338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YOUR JOB 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tool problems, creating training, enforcing policy, or tracking usage yourself. You coach and point the way; AI Strategy and the Tech Bar handle the rest.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Strategy provides for each of those activities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4124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material, hands-on time with Sudeep, and follow-through on every blocker.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sees AI doing real 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AI slot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kit: a 3-minute demo video, the exact prompt, and what changed in Claude and ChatGPT; prep help for your presenting user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deck, built from your submissions; the session booked with your EVP's office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82696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actively using their tool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Low-usage follow-up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adoption readout for your department: who is active, who is light, who has not started, plus a ready message to send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Sudeep joins every session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session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 deck, starter prompts for your department, and a sheet for users switching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53912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SHARE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is built once and reused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build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sessions with Sudeep, booked when you need one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submission; drafts reviewed; the best ones published on the Hub for every department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25128" y="1243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1700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up, answers back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066544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sync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blocker taken to its owner the same month; outcomes reported in the Monday brief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EVP check-in  </a:t>
            </a:r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check-in page, pre-filled with your department's numbers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828032"/>
            <a:ext cx="11356848" cy="89611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7784" y="4882896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routing: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 Handles What page; anyone you send to AI Strategy is handled directly.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tip: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tested tip with the exact prompt, every Monday.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Buddy pairs: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department's active-user list. 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5833872"/>
            <a:ext cx="11356848" cy="45720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7784" y="58338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put AI in front of your team. We build the material, join the sessions, and carry the blockers.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S 2020">
  <a:themeElements>
    <a:clrScheme name="BJS 2020">
      <a:dk1>
        <a:srgbClr val="000000"/>
      </a:dk1>
      <a:lt1>
        <a:srgbClr val="FFFFFF"/>
      </a:lt1>
      <a:dk2>
        <a:srgbClr val="CC0033"/>
      </a:dk2>
      <a:lt2>
        <a:srgbClr val="666666"/>
      </a:lt2>
      <a:accent1>
        <a:srgbClr val="DBDBDB"/>
      </a:accent1>
      <a:accent2>
        <a:srgbClr val="BFBFBF"/>
      </a:accent2>
      <a:accent3>
        <a:srgbClr val="7F7F7F"/>
      </a:accent3>
      <a:accent4>
        <a:srgbClr val="CC0033"/>
      </a:accent4>
      <a:accent5>
        <a:srgbClr val="1B75BC"/>
      </a:accent5>
      <a:accent6>
        <a:srgbClr val="CE9B41"/>
      </a:accent6>
      <a:hlink>
        <a:srgbClr val="353434"/>
      </a:hlink>
      <a:folHlink>
        <a:srgbClr val="353434"/>
      </a:folHlink>
    </a:clrScheme>
    <a:fontScheme name="BJS 2020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Champion actions and AI Strategy support</dc:title>
  <dc:subject>PptxGenJS Presentation</dc:subject>
  <dc:creator>AI Strategy</dc:creator>
  <cp:lastModifiedBy>AI Strategy</cp:lastModifiedBy>
  <cp:revision>1</cp:revision>
  <dcterms:created xsi:type="dcterms:W3CDTF">2026-10-27T01:27:48Z</dcterms:created>
  <dcterms:modified xsi:type="dcterms:W3CDTF">2026-10-27T01:27:48Z</dcterms:modified>
</cp:coreProperties>
</file>