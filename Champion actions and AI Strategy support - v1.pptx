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37744"/>
            <a:ext cx="11384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things every Champion does for their AI Connect users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841248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one to two hours a week, including the monthly Champion sync and your EVP check-in.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1243584"/>
            <a:ext cx="2743200" cy="384048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11480" y="124358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INSPIRE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84632" y="1700784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team sees AI doing real work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84632" y="2084832"/>
            <a:ext cx="259689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 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 a 15-minute AI slot in a team meeting you already run; in a large department, a 30-minute session of its own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 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Invite one Connect user to show their own AI work in that slot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 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your department showcase, with your EVP invited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82696" y="1243584"/>
            <a:ext cx="2743200" cy="384048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282696" y="124358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355848" y="1700784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Hands-on, one real task at a time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355848" y="2084832"/>
            <a:ext cx="259689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 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a 30-minute open session; people bring a real task and work it through with you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 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30 minutes with one person on a task they repeat every week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NOVEMBER  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one 30-minute starter session for your new and switching users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53912" y="1243584"/>
            <a:ext cx="2743200" cy="384048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153912" y="124358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AND SHARE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227064" y="1700784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works is built once and reused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227064" y="2084832"/>
            <a:ext cx="259689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 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or adapt one reusable prompt, Project, GPT or skill for real work, and show it in your AI slot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 HEAR A WIN  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that person submit it as a use case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 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your department's best prompts to its library page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25128" y="1243584"/>
            <a:ext cx="2743200" cy="384048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025128" y="124358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RELAY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098280" y="1700784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up, answers back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098280" y="2084832"/>
            <a:ext cx="259689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 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one win, one blocker and one user question to the Champion sync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 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 your users' blockers at your EVP check-in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ASKED  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new features before your department gets them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4398264"/>
            <a:ext cx="11356848" cy="896112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57784" y="4453128"/>
            <a:ext cx="11064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  </a:t>
            </a:r>
            <a:pPr indent="0" marL="0">
              <a:buNone/>
            </a:pPr>
            <a:r>
              <a:rPr lang="en-US" sz="1200" i="1" dirty="0">
                <a:solidFill>
                  <a:srgbClr val="DBD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question finds its owner.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DAY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issues to Resolve or the Tech Bar, data questions to ai@bjs.com, credit and connector requests to AI Strategy.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the Monday tip to your team.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in with three people who stopped using their tool.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NOVEMBER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 each new user with an experienced one.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1480" y="5404104"/>
            <a:ext cx="11356848" cy="457200"/>
          </a:xfrm>
          <a:prstGeom prst="rect">
            <a:avLst/>
          </a:prstGeom>
          <a:solidFill>
            <a:srgbClr val="DBDBD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57784" y="5404104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YOUR JOB  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Fixing tool problems, creating training, enforcing policy, or chasing every user. You coach and point the way; AI Strategy and the Tech Bar handle the rest.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37744"/>
            <a:ext cx="11384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Strategy provides the material, time and follow-through behind each activity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386584" y="960120"/>
            <a:ext cx="3090672" cy="402336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386584" y="960120"/>
            <a:ext cx="3090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READY-MADE MATERIAL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532120" y="960120"/>
            <a:ext cx="3090672" cy="402336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532120" y="960120"/>
            <a:ext cx="3090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TIME WITH SUDEEP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677656" y="960120"/>
            <a:ext cx="3090672" cy="402336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77656" y="960120"/>
            <a:ext cx="3090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FOLLOW-THROUGH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435608"/>
            <a:ext cx="1920240" cy="77724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2920" y="1435608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INSPIRE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386584" y="1435608"/>
            <a:ext cx="309067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DBD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478024" y="1472184"/>
            <a:ext cx="29077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monthly kit: a 3-minute demo video, the exact prompt, and what changed in Claude and ChatGPT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532120" y="1435608"/>
            <a:ext cx="309067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DBD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23560" y="1472184"/>
            <a:ext cx="29077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preparing your showcase presenters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677656" y="1435608"/>
            <a:ext cx="309067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DBD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769096" y="1472184"/>
            <a:ext cx="29077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Showcase deck built from your submissions; session booked with your EVP's office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2286000"/>
            <a:ext cx="1920240" cy="77724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02920" y="22860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386584" y="2286000"/>
            <a:ext cx="309067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DBD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478024" y="2322576"/>
            <a:ext cx="29077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November starter deck, starter prompts for your department, and a sheet for users switching tools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532120" y="2286000"/>
            <a:ext cx="309067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DBD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623560" y="2322576"/>
            <a:ext cx="29077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Sudeep joins your monthly open session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677656" y="2286000"/>
            <a:ext cx="309067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DBD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769096" y="2322576"/>
            <a:ext cx="29077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Cases too big for your 30 minutes are taken over by Sudeep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11480" y="3136392"/>
            <a:ext cx="1920240" cy="77724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02920" y="3136392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AND SHARE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386584" y="3136392"/>
            <a:ext cx="309067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DBD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478024" y="3172968"/>
            <a:ext cx="29077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model submission, and your department's library page on the Hub, set up and seeded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532120" y="3136392"/>
            <a:ext cx="309067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DBD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623560" y="3172968"/>
            <a:ext cx="29077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sessions with Sudeep for your monthly prompt, Project, GPT or skill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677656" y="3136392"/>
            <a:ext cx="309067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DBD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769096" y="3172968"/>
            <a:ext cx="29077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Submissions reviewed; the strongest assets shared across BJ's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11480" y="3986784"/>
            <a:ext cx="1920240" cy="77724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502920" y="3986784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RELAY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386584" y="3986784"/>
            <a:ext cx="309067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DBD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478024" y="4023360"/>
            <a:ext cx="29077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EVP check-in page, pre-filled with your department's numbers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532120" y="3986784"/>
            <a:ext cx="309067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DBD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623560" y="4023360"/>
            <a:ext cx="29077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access to new features, set up for you, with a short test guide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677656" y="3986784"/>
            <a:ext cx="309067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DBD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769096" y="4023360"/>
            <a:ext cx="29077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blocker taken to its owner the same month; outcomes reported in the Monday brief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11480" y="4837176"/>
            <a:ext cx="1920240" cy="77724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502920" y="4837176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2386584" y="4837176"/>
            <a:ext cx="309067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DBDB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2478024" y="4873752"/>
            <a:ext cx="29077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 Handles What page, the Monday tip, and a ready check-in message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532120" y="4837176"/>
            <a:ext cx="309067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DBDB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623560" y="4873752"/>
            <a:ext cx="29077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you route to AI Strategy is handled by the team directly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8677656" y="4837176"/>
            <a:ext cx="309067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DBDB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769096" y="4873752"/>
            <a:ext cx="29077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monthly readout of who is active and who has stopped; an active-user list for November pairing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11480" y="5779008"/>
            <a:ext cx="11356848" cy="530352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594360" y="5779008"/>
            <a:ext cx="109910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put AI in front of your team. We build the material, join the sessions, and carry the blockers.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JS 2020">
  <a:themeElements>
    <a:clrScheme name="BJS 2020">
      <a:dk1>
        <a:srgbClr val="000000"/>
      </a:dk1>
      <a:lt1>
        <a:srgbClr val="FFFFFF"/>
      </a:lt1>
      <a:dk2>
        <a:srgbClr val="CC0033"/>
      </a:dk2>
      <a:lt2>
        <a:srgbClr val="666666"/>
      </a:lt2>
      <a:accent1>
        <a:srgbClr val="DBDBDB"/>
      </a:accent1>
      <a:accent2>
        <a:srgbClr val="BFBFBF"/>
      </a:accent2>
      <a:accent3>
        <a:srgbClr val="7F7F7F"/>
      </a:accent3>
      <a:accent4>
        <a:srgbClr val="CC0033"/>
      </a:accent4>
      <a:accent5>
        <a:srgbClr val="1B75BC"/>
      </a:accent5>
      <a:accent6>
        <a:srgbClr val="CE9B41"/>
      </a:accent6>
      <a:hlink>
        <a:srgbClr val="353434"/>
      </a:hlink>
      <a:folHlink>
        <a:srgbClr val="353434"/>
      </a:folHlink>
    </a:clrScheme>
    <a:fontScheme name="BJS 2020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Champion actions and AI Strategy support</dc:title>
  <dc:subject>PptxGenJS Presentation</dc:subject>
  <dc:creator>AI Strategy</dc:creator>
  <cp:lastModifiedBy>AI Strategy</cp:lastModifiedBy>
  <cp:revision>1</cp:revision>
  <dcterms:created xsi:type="dcterms:W3CDTF">2026-10-27T01:18:55Z</dcterms:created>
  <dcterms:modified xsi:type="dcterms:W3CDTF">2026-10-27T01:18:55Z</dcterms:modified>
</cp:coreProperties>
</file>