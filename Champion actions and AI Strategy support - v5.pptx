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37744"/>
            <a:ext cx="11384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every Champion does for their AI Connect users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841248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two hours a week, including the monthly Champion sync and your EVP check-in.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243584"/>
            <a:ext cx="2743200" cy="384048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11480" y="124358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84632" y="1700784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team sees AI doing real work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84632" y="2066544"/>
            <a:ext cx="259689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Show-and-tell  </a:t>
            </a:r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TWO WEEKS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to 60 minutes where your Connect users present their own AI work to each other; monthly in a small department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AI slot  </a:t>
            </a:r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minutes in a team meeting you already run: play the monthly demo and share what changed in the tools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Showcase  </a:t>
            </a:r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department's best work, with your EVP invited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82696" y="1243584"/>
            <a:ext cx="2743200" cy="384048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282696" y="124358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355848" y="1700784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user actively using their tool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355848" y="2066544"/>
            <a:ext cx="259689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Low-usage follow-up  </a:t>
            </a:r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the people your adoption readout shows as inactive or light users; help each one use the tool on a task of their own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hours  </a:t>
            </a:r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minutes on your department's calendar; anyone brings a task they are stuck on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 session  </a:t>
            </a:r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NOVEMBER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minutes for your new and switching users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53912" y="1243584"/>
            <a:ext cx="2743200" cy="384048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53912" y="124358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AND SHARE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27064" y="1700784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works is built once and reused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227064" y="2066544"/>
            <a:ext cx="259689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own build  </a:t>
            </a:r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or adapt one reusable prompt, Project, GPT or skill, and show it in your team AI slot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Submissions  </a:t>
            </a:r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WIN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someone mentions AI saved them time, help them submit it as a use case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25128" y="1243584"/>
            <a:ext cx="2743200" cy="384048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025128" y="124358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098280" y="1700784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up, answers back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098280" y="2066544"/>
            <a:ext cx="259689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 sync  </a:t>
            </a:r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one win, one blocker and one user question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EVP check-in  </a:t>
            </a:r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 your users' blockers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4828032"/>
            <a:ext cx="11356848" cy="896112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57784" y="4882896"/>
            <a:ext cx="11064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Same-day routing: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issues to Resolve or the Tech Bar, data questions to ai@bjs.com, credit and connector requests to AI Strategy.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 tip: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it to your team each week.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Buddy pairs: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November, pair each new user with an experienced one.  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5833872"/>
            <a:ext cx="11356848" cy="457200"/>
          </a:xfrm>
          <a:prstGeom prst="rect">
            <a:avLst/>
          </a:prstGeom>
          <a:solidFill>
            <a:srgbClr val="DBDBD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57784" y="583387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YOUR JOB  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Fixing tool problems, creating training, enforcing policy, or tracking usage yourself. You coach and point the way; AI Strategy and the Tech Bar handle the rest.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37744"/>
            <a:ext cx="11384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AI Strategy provides for each of those activities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841248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Ready-made material, hands-on time with Sudeep, and follow-through on every blocker.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243584"/>
            <a:ext cx="2743200" cy="384048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11480" y="124358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84632" y="1700784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team sees AI doing real work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84632" y="2066544"/>
            <a:ext cx="259689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Show-and-tell  </a:t>
            </a:r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TWO WEEKS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ready agenda based on the department that already runs it; Sudeep at your first sessions; prep help for presenters at office hours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AI slot  </a:t>
            </a:r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monthly kit: a 3-minute demo video, the exact prompt, and what changed in Claude and ChatGPT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Showcase  </a:t>
            </a:r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deck, built from your submissions; the session booked with your EVP's office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82696" y="1243584"/>
            <a:ext cx="2743200" cy="384048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282696" y="124358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355848" y="1700784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user actively using their tool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355848" y="2066544"/>
            <a:ext cx="259689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Low-usage follow-up  </a:t>
            </a:r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monthly adoption readout for your department: who is active, who is light, who has not started, plus a ready message to send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hours  </a:t>
            </a:r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Sudeep joins every session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 session  </a:t>
            </a:r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NOVEMBER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ready deck, starter prompts for your department, and a sheet for users switching tools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53912" y="1243584"/>
            <a:ext cx="2743200" cy="384048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53912" y="124358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AND SHARE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27064" y="1700784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works is built once and reused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227064" y="2066544"/>
            <a:ext cx="259689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own build  </a:t>
            </a:r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sessions with Sudeep, booked when you need one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Submissions  </a:t>
            </a:r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WIN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submission; drafts reviewed; the best ones published on the Hub for every department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25128" y="1243584"/>
            <a:ext cx="2743200" cy="384048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025128" y="124358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098280" y="1700784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up, answers back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098280" y="2066544"/>
            <a:ext cx="259689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 sync  </a:t>
            </a:r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blocker taken to its owner the same month; outcomes reported in the Monday brief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EVP check-in  </a:t>
            </a:r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check-in page, pre-filled with your department's numbers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4828032"/>
            <a:ext cx="11356848" cy="896112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57784" y="4882896"/>
            <a:ext cx="11064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Same-day routing: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 Handles What page; anyone you send to AI Strategy is handled directly.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 tip: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tested tip with the exact prompt, every Monday.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Buddy pairs: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department's active-user list.  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5833872"/>
            <a:ext cx="11356848" cy="457200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57784" y="583387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put AI in front of your team. We build the material, join the sessions, and carry the blockers.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JS 2020">
  <a:themeElements>
    <a:clrScheme name="BJS 2020">
      <a:dk1>
        <a:srgbClr val="000000"/>
      </a:dk1>
      <a:lt1>
        <a:srgbClr val="FFFFFF"/>
      </a:lt1>
      <a:dk2>
        <a:srgbClr val="CC0033"/>
      </a:dk2>
      <a:lt2>
        <a:srgbClr val="666666"/>
      </a:lt2>
      <a:accent1>
        <a:srgbClr val="DBDBDB"/>
      </a:accent1>
      <a:accent2>
        <a:srgbClr val="BFBFBF"/>
      </a:accent2>
      <a:accent3>
        <a:srgbClr val="7F7F7F"/>
      </a:accent3>
      <a:accent4>
        <a:srgbClr val="CC0033"/>
      </a:accent4>
      <a:accent5>
        <a:srgbClr val="1B75BC"/>
      </a:accent5>
      <a:accent6>
        <a:srgbClr val="CE9B41"/>
      </a:accent6>
      <a:hlink>
        <a:srgbClr val="353434"/>
      </a:hlink>
      <a:folHlink>
        <a:srgbClr val="353434"/>
      </a:folHlink>
    </a:clrScheme>
    <a:fontScheme name="BJS 2020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Champion actions and AI Strategy support</dc:title>
  <dc:subject>PptxGenJS Presentation</dc:subject>
  <dc:creator>AI Strategy</dc:creator>
  <cp:lastModifiedBy>AI Strategy</cp:lastModifiedBy>
  <cp:revision>1</cp:revision>
  <dcterms:created xsi:type="dcterms:W3CDTF">2026-10-27T01:30:32Z</dcterms:created>
  <dcterms:modified xsi:type="dcterms:W3CDTF">2026-10-27T01:30:32Z</dcterms:modified>
</cp:coreProperties>
</file>