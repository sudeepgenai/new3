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56032"/>
            <a:ext cx="11384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support your AI Connect users, and what AI Strategy provides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987552"/>
            <a:ext cx="2743200" cy="384048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9875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84632" y="1444752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 sees AI doing real work, every month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84632" y="1975104"/>
            <a:ext cx="259689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monthly AI session: 15 minutes inside an existing team meeting; its own 30 minutes in a large department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it: play the demo we send, share what changed in the tools, give one task to try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who built something present it themselves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our Monday tip to your team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quarter, the showcase: your best work, your EVP in the room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4846320"/>
            <a:ext cx="27432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BD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" y="4901184"/>
            <a:ext cx="2596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STRATEGY  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monthly demo with its exact prompt, the tool update, the task to try, the showcase deck, the Monday tip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82696" y="987552"/>
            <a:ext cx="2743200" cy="384048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82696" y="9875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55848" y="1444752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Hands-on, one real task at a time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355848" y="1975104"/>
            <a:ext cx="259689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monthly open half hour: anyone brings a real task and we work it on screen until it runs; Sudeep joins every one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a month, 30 minutes with one person on a task they repeat every week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quarter, a follow-along session: everyone sets up one time-saver on their own screen and leaves with it working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November, one 30-minute session to get your new users started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82696" y="4846320"/>
            <a:ext cx="27432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BD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55848" y="4901184"/>
            <a:ext cx="2596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STRATEGY  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Sudeep at every open half hour; the follow-along steps; the onboarding deck, starter prompts and switcher sheet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53912" y="987552"/>
            <a:ext cx="2743200" cy="384048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53912" y="9875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27064" y="1444752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works gets written down and reused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227064" y="1975104"/>
            <a:ext cx="259689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AI saves someone time, get it submitted: ten minutes, drafts reviewed before they go 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a month, put your department's two best prompts on its library page and remove the dead ones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a quarter, bring in one use case that already works in another department and help one person adopt it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53912" y="4846320"/>
            <a:ext cx="27432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BD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27064" y="4901184"/>
            <a:ext cx="2596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STRATEGY  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submission and draft review; your library page on the Hub; a use-case shortlist matched to your department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25128" y="987552"/>
            <a:ext cx="2743200" cy="384048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025128" y="9875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098280" y="1444752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users' blockers reach leadership, and the answer comes back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098280" y="1975104"/>
            <a:ext cx="259689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to each monthly sync: one thing that worked, one blocker, one question your users keep asking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your users' blockers with your EVP each month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your team what changed because of what you raised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025128" y="4846320"/>
            <a:ext cx="27432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BD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098280" y="4901184"/>
            <a:ext cx="2596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STRATEGY  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Blockers escalated the same month; outcomes published in the brief; your EVP one-pager with the numbers filled in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11480" y="6035040"/>
            <a:ext cx="11356848" cy="768096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8640" y="6080760"/>
            <a:ext cx="110825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every problem to its owner the same day: tool issues to Resolve or the Tech Bar, data questions to ai@bjs.com, credit and connector requests to AI Strategy. Pair each new user with an experienced one. Each month, personally ping three people who stopped using the tool.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STRATEGY  </a:t>
            </a:r>
            <a:pPr indent="0" marL="0">
              <a:buNone/>
            </a:pPr>
            <a:r>
              <a:rPr lang="en-US" sz="1200" dirty="0">
                <a:solidFill>
                  <a:srgbClr val="DB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 Handles What page, your active-user list, the monthly readout.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JS 2020">
  <a:themeElements>
    <a:clrScheme name="BJS 2020">
      <a:dk1>
        <a:srgbClr val="000000"/>
      </a:dk1>
      <a:lt1>
        <a:srgbClr val="FFFFFF"/>
      </a:lt1>
      <a:dk2>
        <a:srgbClr val="CC0033"/>
      </a:dk2>
      <a:lt2>
        <a:srgbClr val="666666"/>
      </a:lt2>
      <a:accent1>
        <a:srgbClr val="DBDBDB"/>
      </a:accent1>
      <a:accent2>
        <a:srgbClr val="BFBFBF"/>
      </a:accent2>
      <a:accent3>
        <a:srgbClr val="7F7F7F"/>
      </a:accent3>
      <a:accent4>
        <a:srgbClr val="CC0033"/>
      </a:accent4>
      <a:accent5>
        <a:srgbClr val="1B75BC"/>
      </a:accent5>
      <a:accent6>
        <a:srgbClr val="CE9B41"/>
      </a:accent6>
      <a:hlink>
        <a:srgbClr val="353434"/>
      </a:hlink>
      <a:folHlink>
        <a:srgbClr val="353434"/>
      </a:folHlink>
    </a:clrScheme>
    <a:fontScheme name="BJS 2020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you support your AI Connect users</dc:title>
  <dc:subject>PptxGenJS Presentation</dc:subject>
  <dc:creator>AI Strategy</dc:creator>
  <cp:lastModifiedBy>AI Strategy</cp:lastModifiedBy>
  <cp:revision>1</cp:revision>
  <dcterms:created xsi:type="dcterms:W3CDTF">2026-10-27T00:55:11Z</dcterms:created>
  <dcterms:modified xsi:type="dcterms:W3CDTF">2026-10-27T00:55:11Z</dcterms:modified>
</cp:coreProperties>
</file>